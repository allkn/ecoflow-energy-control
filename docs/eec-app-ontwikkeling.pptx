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fa2868afdd46d1" /><Relationship Type="http://schemas.openxmlformats.org/officeDocument/2006/relationships/extended-properties" Target="/docProps/app.xml" Id="R17938cad5ffb4a66" /><Relationship Type="http://schemas.openxmlformats.org/officeDocument/2006/relationships/officeDocument" Target="/ppt/presentation.xml" Id="R9c843d99d4eb49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1f3031ffe34cbb"/>
  </p:sldMasterIdLst>
  <p:notesMasterIdLst>
    <p:notesMasterId xmlns:r="http://schemas.openxmlformats.org/officeDocument/2006/relationships" r:id="R3f47c9ed23664088"/>
  </p:notesMasterIdLst>
  <p:sldIdLst>
    <p:sldId xmlns:r="http://schemas.openxmlformats.org/officeDocument/2006/relationships" id="256" r:id="Rf5bd93bc6e924163"/>
    <p:sldId xmlns:r="http://schemas.openxmlformats.org/officeDocument/2006/relationships" id="257" r:id="R68317e008d0149cd"/>
    <p:sldId xmlns:r="http://schemas.openxmlformats.org/officeDocument/2006/relationships" id="258" r:id="R83885d7265de4af6"/>
    <p:sldId xmlns:r="http://schemas.openxmlformats.org/officeDocument/2006/relationships" id="259" r:id="R9548a58108e74b69"/>
    <p:sldId xmlns:r="http://schemas.openxmlformats.org/officeDocument/2006/relationships" id="260" r:id="R89c93e8583e04de7"/>
    <p:sldId xmlns:r="http://schemas.openxmlformats.org/officeDocument/2006/relationships" id="261" r:id="Re9a2729a2fa3473b"/>
    <p:sldId xmlns:r="http://schemas.openxmlformats.org/officeDocument/2006/relationships" id="262" r:id="R7cef659eda37412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fbc14e1b794229" /><Relationship Type="http://schemas.openxmlformats.org/officeDocument/2006/relationships/slideMaster" Target="/ppt/slideMasters/slideMaster1.xml" Id="Rc41f3031ffe34cbb" /><Relationship Type="http://schemas.openxmlformats.org/officeDocument/2006/relationships/notesMaster" Target="/ppt/notesMasters/notesMaster1.xml" Id="R3f47c9ed23664088" /><Relationship Type="http://schemas.openxmlformats.org/officeDocument/2006/relationships/presProps" Target="/ppt/presProps.xml" Id="R4efcef4372354d66" /><Relationship Type="http://schemas.openxmlformats.org/officeDocument/2006/relationships/tableStyles" Target="/ppt/tableStyles.xml" Id="R9e8e880fe6e84279" /><Relationship Type="http://schemas.openxmlformats.org/officeDocument/2006/relationships/slide" Target="/ppt/slides/slide1.xml" Id="Rf5bd93bc6e924163" /><Relationship Type="http://schemas.openxmlformats.org/officeDocument/2006/relationships/slide" Target="/ppt/slides/slide2.xml" Id="R68317e008d0149cd" /><Relationship Type="http://schemas.openxmlformats.org/officeDocument/2006/relationships/slide" Target="/ppt/slides/slide3.xml" Id="R83885d7265de4af6" /><Relationship Type="http://schemas.openxmlformats.org/officeDocument/2006/relationships/slide" Target="/ppt/slides/slide4.xml" Id="R9548a58108e74b69" /><Relationship Type="http://schemas.openxmlformats.org/officeDocument/2006/relationships/slide" Target="/ppt/slides/slide5.xml" Id="R89c93e8583e04de7" /><Relationship Type="http://schemas.openxmlformats.org/officeDocument/2006/relationships/slide" Target="/ppt/slides/slide6.xml" Id="Re9a2729a2fa3473b" /><Relationship Type="http://schemas.openxmlformats.org/officeDocument/2006/relationships/slide" Target="/ppt/slides/slide7.xml" Id="R7cef659eda3741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104d53f94545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fd628bf5a744cd" /><Relationship Type="http://schemas.openxmlformats.org/officeDocument/2006/relationships/notesMaster" Target="/ppt/notesMasters/notesMaster1.xml" Id="R84c52b90dab942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e9a8eb0e274805" /><Relationship Type="http://schemas.openxmlformats.org/officeDocument/2006/relationships/notesMaster" Target="/ppt/notesMasters/notesMaster1.xml" Id="R1ff98e7ec4c54b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6421f53bf74578" /><Relationship Type="http://schemas.openxmlformats.org/officeDocument/2006/relationships/notesMaster" Target="/ppt/notesMasters/notesMaster1.xml" Id="Re4785d97b47a43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4c651ddeb443e0" /><Relationship Type="http://schemas.openxmlformats.org/officeDocument/2006/relationships/notesMaster" Target="/ppt/notesMasters/notesMaster1.xml" Id="R33cbff02bdcc4d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190a8a4e204c6a" /><Relationship Type="http://schemas.openxmlformats.org/officeDocument/2006/relationships/notesMaster" Target="/ppt/notesMasters/notesMaster1.xml" Id="Rbc4c42e9161541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5e90c2d2ab44e2" /><Relationship Type="http://schemas.openxmlformats.org/officeDocument/2006/relationships/notesMaster" Target="/ppt/notesMasters/notesMaster1.xml" Id="R6e7ddfd7558040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4dad5881454a1d" /><Relationship Type="http://schemas.openxmlformats.org/officeDocument/2006/relationships/notesMaster" Target="/ppt/notesMasters/notesMaster1.xml" Id="R3a32e3bbd8a844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aa57d0675406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646e6383aa4067" /><Relationship Type="http://schemas.openxmlformats.org/officeDocument/2006/relationships/slideLayout" Target="/ppt/slideLayouts/slideLayout1.xml" Id="R7922753ad8f14e6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22753ad8f14e6d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f0c74416f4f52" /><Relationship Type="http://schemas.openxmlformats.org/officeDocument/2006/relationships/notesSlide" Target="/ppt/notesSlides/notesSlide1.xml" Id="R83746a5a6d2d4e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320d593834188" /><Relationship Type="http://schemas.openxmlformats.org/officeDocument/2006/relationships/notesSlide" Target="/ppt/notesSlides/notesSlide2.xml" Id="R6498c6ed707e49e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772304eb143f4" /><Relationship Type="http://schemas.openxmlformats.org/officeDocument/2006/relationships/notesSlide" Target="/ppt/notesSlides/notesSlide3.xml" Id="Ra2af0680090144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cb3eb419f4045" /><Relationship Type="http://schemas.openxmlformats.org/officeDocument/2006/relationships/notesSlide" Target="/ppt/notesSlides/notesSlide4.xml" Id="Ra979158c446d4b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a3db9e88c4408" /><Relationship Type="http://schemas.openxmlformats.org/officeDocument/2006/relationships/notesSlide" Target="/ppt/notesSlides/notesSlide5.xml" Id="R755eed4af9c74a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2345f77d24916" /><Relationship Type="http://schemas.openxmlformats.org/officeDocument/2006/relationships/notesSlide" Target="/ppt/notesSlides/notesSlide6.xml" Id="R8a186af8507044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aa755a0e94923" /><Relationship Type="http://schemas.openxmlformats.org/officeDocument/2006/relationships/notesSlide" Target="/ppt/notesSlides/notesSlide7.xml" Id="R425168427cf446d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1F99FE2-FA21-4F2A-A833-BE35F942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822CDF2-2D92-48CF-8CE8-31CC351C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EEC app ontwikkeling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7933E83-0B29-41C9-8EDE-14E83FAF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14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Van losse bronnen naar een lokaal energieregelsysteem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438C810-95C9-4FD7-970A-FB6CE30C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885306A-77AD-4777-9097-2A702201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17202A"/>
                </a:solidFill>
                <a:latin typeface="Aptos"/>
                <a:ea typeface="Aptos"/>
                <a:cs typeface="Aptos"/>
              </a:rPr>
              <a:t>EEC app verbindt EcoFlow, PowerStream, prijzen, HomeWizard, weer en scenario's in Home Assistant.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DC8A67B-9878-4B5C-B396-90D78FC7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A4FC529-ECBC-4C32-BAFF-BD1F0AEF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1 dashboard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A896988-FB9A-48AC-9FBE-88EA758F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doel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0FA08AC-76FB-48D7-80A3-CA1FCFCD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385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585FB10-461A-447A-9131-8818EAF4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480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2E8B57"/>
                </a:solidFill>
                <a:latin typeface="Aptos"/>
                <a:ea typeface="Aptos"/>
                <a:cs typeface="Aptos"/>
              </a:rPr>
              <a:t>lokaal HA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7EE4BAC-5E00-43C1-96C6-45A742F4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243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basis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322AE83-1D89-44FE-B99F-4D97ABD1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385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3AC65A0-DF97-4D55-B1A5-1300FEA3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480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D28A15"/>
                </a:solidFill>
                <a:latin typeface="Aptos"/>
                <a:ea typeface="Aptos"/>
                <a:cs typeface="Aptos"/>
              </a:rPr>
              <a:t>voorzichtig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DAD0831-623B-41F8-A3FD-5386D22B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243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sturing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7CF3FC3-EC9A-4458-AAFD-87D65E82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E1A8B2B-4AFE-4D2E-9C82-C3655674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testmodus eerst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EB88297-980B-4CCD-997C-0908E337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53000"/>
            <a:ext cx="228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D0E9CA9-A663-4FC3-8548-A3414FD1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04825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diagnose zichtbaar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83B2288-935F-4BF6-9196-339AA171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95300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C274562-5C12-45EB-B835-71044952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048250"/>
            <a:ext cx="21717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vriendelijke namen</a:t>
            </a:r>
          </a:p>
        </p:txBody>
      </p:sp>
    </p:spTree>
    <p:extLst>
      <p:ext uri="{BB962C8B-B14F-4D97-AF65-F5344CB8AC3E}">
        <p14:creationId xmlns:p14="http://schemas.microsoft.com/office/powerpoint/2010/main" val="195609901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C21C7D-6A13-404F-B152-A3FE8DEF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398C977-A60A-482A-81DB-23AFA772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EEC app ontwikkeling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DD06876-BAF8-4EAC-8DB2-46DBDA49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14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De eerste bouwlaag: installeerbaar en herstelbaar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A38D4AD-7ECB-4B03-ADCD-F2A867D6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3D1C463-721B-48F5-AEF5-DFA282B6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8B3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FA66A6C-E41E-416F-A6D1-052502F6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526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HACS-structuur met juiste custom_components-map en manifest.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28C07F3-20F8-4CA3-B3DA-02C7641C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83FC79B-DA6B-4F2E-9E58-E6836C6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432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Eerste setup vraagt keys; Configureren begint daarna bij apparaten.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2EC112E-7D67-47E7-8CF3-4A848B0B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0AF4E75-6CFC-4705-869F-CDDC933A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33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HomeWizard-import gebruikt bestaande Home Assistant apparaten.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BA61984-0185-4879-B1B7-8CBF38E8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797A561-87FB-4BAE-AA6C-F47F4BBA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243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Dashboardbestanden meegeleverd en in README gedocumenteerd.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9F4CEE6-9412-4EF8-A8E4-33AA8AB5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73B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4ED73DA-6196-42C8-B589-5C6FDE34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148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Versies, docs en presentatiebronnen worden met tests bewaakt.</a:t>
            </a:r>
          </a:p>
        </p:txBody>
      </p:sp>
    </p:spTree>
    <p:extLst>
      <p:ext uri="{BB962C8B-B14F-4D97-AF65-F5344CB8AC3E}">
        <p14:creationId xmlns:p14="http://schemas.microsoft.com/office/powerpoint/2010/main" val="156356432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746B1B4-3D3C-4B3B-8C8C-1DF1DEAF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2D8A8A-2E11-4F4F-AE80-832A40D0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EEC app ontwikkeling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A942B62-C292-4045-A262-4C4F2A1F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14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EcoFlow: importeren, controleren, zichtbaar maken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7629A65-AA79-4C6C-B20C-F4AF3D80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F7D162F-BFDD-4E94-A818-E06EE5BB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857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5B4B948-5183-4435-A3AB-4CC37868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auth + devices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8B2C2C9-FF36-4F41-B3A5-49C85F4A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API-check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2FC9385-2D27-43EE-BDB4-4342A017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90750"/>
            <a:ext cx="2857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62D6914-CBAA-4B74-A8EA-B31CCAC1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003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2E8B57"/>
                </a:solidFill>
                <a:latin typeface="Aptos"/>
                <a:ea typeface="Aptos"/>
                <a:cs typeface="Aptos"/>
              </a:rPr>
              <a:t>type kiezen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46A0C17-5DB1-4FF1-90BB-2E9E50A10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76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import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50F5E99-6A7E-4B12-80F9-0726C47A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90750"/>
            <a:ext cx="2857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9EC9FC2-A050-4CBD-BE2B-F0D4E186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003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D28A15"/>
                </a:solidFill>
                <a:latin typeface="Aptos"/>
                <a:ea typeface="Aptos"/>
                <a:cs typeface="Aptos"/>
              </a:rPr>
              <a:t>status per device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26A5AA8-641C-4B5C-ACD9-A939944D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76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telemetrie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4A56B00-D921-4383-9C4B-F6028D84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885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75">
                <a:solidFill>
                  <a:srgbClr val="17202A"/>
                </a:solidFill>
                <a:latin typeface="Aptos"/>
                <a:ea typeface="Aptos"/>
                <a:cs typeface="Aptos"/>
              </a:rPr>
              <a:t>De app toont per apparaat of de API werkt, welke velden EcoFlow teruggeeft en wat de minimale setup nu kan: basisinzicht, sturing of volledige optimalisatie. Zo blijft de hoofdroute klein.</a:t>
            </a:r>
          </a:p>
        </p:txBody>
      </p:sp>
    </p:spTree>
    <p:extLst>
      <p:ext uri="{BB962C8B-B14F-4D97-AF65-F5344CB8AC3E}">
        <p14:creationId xmlns:p14="http://schemas.microsoft.com/office/powerpoint/2010/main" val="31082155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735563A-A614-435F-970F-434B682D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 combineert status, stap, energie, scenario en bewijs.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C84CA7-BF2C-4E3E-BB0B-09E41D94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8B3"/>
          </a:solidFill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EEC app ontwikkeling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20B9157-8200-4BC1-AACB-8CFAABE7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14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Data betrouwbaar maken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18F2BD7-81E7-4AFA-9ACE-5FAE00C4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8DCB8DA-7338-4045-AB62-83B356D7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8B3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C3CA745-A7B7-49B3-AC7B-CA9F2E9C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526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Delta Pro en Delta Pro 3 SoC uit de juiste telemetrievelden.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6136868-2F9F-45A5-9ACD-5C758E2A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A058E46-5885-4826-8F35-F15C04B1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432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Laden, ontladen en netto vermogen los van elkaar zichtbaar.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C9FE69B-32DD-4829-A55E-A145E698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0C47A93-5FA5-4CA2-9E86-5D585A58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337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0.5.289 stuurt setupadvies naar Delta-zonnepanelen invullen of zonmeter toevoegen.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DCA359F-B275-4E66-8A2B-0444B11F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4ADA92D-6DDA-49DF-8DA3-58C8FDEC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243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0.5.288 valideert Delta-panelen als geheel getal van 0 tot 10000 Wp.</a:t>
            </a:r>
          </a:p>
        </p:txBody>
      </p:sp>
    </p:spTree>
    <p:extLst>
      <p:ext uri="{BB962C8B-B14F-4D97-AF65-F5344CB8AC3E}">
        <p14:creationId xmlns:p14="http://schemas.microsoft.com/office/powerpoint/2010/main" val="8844887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3354E37-5200-4948-ADAD-6A23420F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8E73F1-3B34-4940-B524-D468E75B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EEC app ontwikkeling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E3EE24B-0A7F-4CB2-B6E0-C99F3F9E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14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HomeWizard: live lokaal, historie via Home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394912A-D053-436E-BBFA-87929304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98B131F-3A21-43F1-9C9A-F3A3B8F6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50A7FEF-4BCD-4EC3-82E6-EEA3185D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P1 W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28626CB-05EC-4FBD-959E-21BAD094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live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0359D1B-FBF4-453D-B2D5-8036A46C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0980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7043975-AD40-46AB-9285-C58C064A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193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2E8B57"/>
                </a:solidFill>
                <a:latin typeface="Aptos"/>
                <a:ea typeface="Aptos"/>
                <a:cs typeface="Aptos"/>
              </a:rPr>
              <a:t>net in/uit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A36F943-F2A9-48BB-8E76-89FA8E41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95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richting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910B9C4-517C-414D-8E78-7D1B40DD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09800"/>
            <a:ext cx="2857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356A985-0A79-471D-B270-BC18460C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193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D28A15"/>
                </a:solidFill>
                <a:latin typeface="Aptos"/>
                <a:ea typeface="Aptos"/>
                <a:cs typeface="Aptos"/>
              </a:rPr>
              <a:t>D/W/M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0E8853A-B679-470C-A044-1E758535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95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P1 historie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43D471E-8F7F-4778-843F-19E68477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914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De officiele HomeWizard API biedt actuele metingen. Historie uit Energy+ is niet als openbare cloud-API gedocumenteerd. EEC app importeert daarom bestaande Home Assistant HomeWizard-apparaten en toont vooraf rol plus gevonden meetsoorten zoals totaal W, fase W en kWh-historie.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0303589-FD1E-48B8-BD15-7E84626C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74A9D8A-6191-4301-858A-1809051E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245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officieel ondersteund pad</a:t>
            </a:r>
          </a:p>
        </p:txBody>
      </p:sp>
    </p:spTree>
    <p:extLst>
      <p:ext uri="{BB962C8B-B14F-4D97-AF65-F5344CB8AC3E}">
        <p14:creationId xmlns:p14="http://schemas.microsoft.com/office/powerpoint/2010/main" val="12629380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2E7CCEF-AE7E-4096-B179-603729E5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755E691-8E4F-41A4-91D9-9D76A74B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EEC app ontwikkeling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97F9EBD-5491-40AA-9AA5-6BF2F9D7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14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Scenario's als gewone keuzes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3B28ACF-F138-4C18-A6AB-AEDCBFA8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0E26F3C-1F3C-4D5F-A65B-B689B755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AA67EC5-A31E-43A6-8F11-9B772766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2E8B57"/>
                </a:solidFill>
                <a:latin typeface="Aptos"/>
                <a:ea typeface="Aptos"/>
                <a:cs typeface="Aptos"/>
              </a:rPr>
              <a:t>besparen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25E5A6B-A446-4D58-87CB-B9ADCB5F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Eigen gebruik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B0F092A-BAA1-4842-80F7-1EE1FF35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9075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870758B-0ACE-454A-ACDD-198E51FD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003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prijsverschil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4C81048-A3F3-4371-B2AE-34B09756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76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Handelen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03565DF-7A15-4153-8855-4E0BAFF2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9075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1CD74F2-5D95-4658-84FD-743DAE54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003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D28A15"/>
                </a:solidFill>
                <a:latin typeface="Aptos"/>
                <a:ea typeface="Aptos"/>
                <a:cs typeface="Aptos"/>
              </a:rPr>
              <a:t>reserve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766E6B7-A30F-4740-9BD2-4599AF67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76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Buffer 50%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58113F2-B6CA-46C1-9090-F45B745E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190750"/>
            <a:ext cx="1714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12700">
            <a:solidFill>
              <a:srgbClr val="D7DEE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9B9D6C7-B0DA-4798-93D8-F50F4DED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003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50" b="1">
                <a:solidFill>
                  <a:srgbClr val="C2473B"/>
                </a:solidFill>
                <a:latin typeface="Aptos"/>
                <a:ea typeface="Aptos"/>
                <a:cs typeface="Aptos"/>
              </a:rPr>
              <a:t>0 W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1B8E1E7-8793-473C-8326-040FB176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76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667085"/>
                </a:solidFill>
                <a:latin typeface="Aptos"/>
                <a:ea typeface="Aptos"/>
                <a:cs typeface="Aptos"/>
              </a:rPr>
              <a:t>Uit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4C71529-5D9C-4F7B-9E38-075327D7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895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50">
                <a:solidFill>
                  <a:srgbClr val="17202A"/>
                </a:solidFill>
                <a:latin typeface="Aptos"/>
                <a:ea typeface="Aptos"/>
                <a:cs typeface="Aptos"/>
              </a:rPr>
              <a:t>De app simuleert effect in W, kWh en EUR. Plan en Uitvoerbaar gebruiken dezelfde geteste taal voor sturen, testmodus, datagaten en wachten.</a:t>
            </a:r>
          </a:p>
        </p:txBody>
      </p:sp>
    </p:spTree>
    <p:extLst>
      <p:ext uri="{BB962C8B-B14F-4D97-AF65-F5344CB8AC3E}">
        <p14:creationId xmlns:p14="http://schemas.microsoft.com/office/powerpoint/2010/main" val="112508910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9FECF1-3EE7-4EDD-B3F1-EA03D317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A3B3ED-23C7-4A83-BA61-F45B06B3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B68B3"/>
                </a:solidFill>
                <a:latin typeface="Aptos"/>
                <a:ea typeface="Aptos"/>
                <a:cs typeface="Aptos"/>
              </a:rPr>
              <a:t>EEC app ontwikkeling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8393520-4319-4211-AA84-3F87F067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14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3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Waar de gebruiker nu naar kijkt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E955437-E767-4668-82D0-4CD10A05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6AD0F91-C664-4420-9A6F-885545DB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8B3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69B896D-7622-4529-9725-9481D1DD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526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Bovenaan: Main, Inzicht, Live, Stroom, Nu, Stap, Scenario en Test.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884E678-3389-4D10-9EB6-40AB4E91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8B3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26A46C9-5871-4BF8-9223-F8A14FF9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432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Main combineert status, stap, energie, scenario en bewijs.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C282426-9D5F-40AD-9FBC-FBC770DC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30A59D3-F37A-467D-9D89-1592BF77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337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Flow gebruikt tile-kaarten voor een rustiger bedienpaneel.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744D546-2B66-4A0E-AE01-44DB8734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810D7BC-181E-47A5-8A04-06A86615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243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Basissetup vraagt alleen batterij; EnergyZero is standaard.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78AC29D-249A-4B45-A57A-4AF10BAA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7C99CE6-2B9F-48B1-8A61-CADA2C35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148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Main en Setup advies tonen wanneer EnergyZero default is.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E498432-817A-4831-BBAF-D4CFF597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006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9333AAC-1897-45A6-A328-1364612F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054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Korte EEC-labels houden de dashboardflow scanbaar.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F54BC58-A305-458A-B2AF-C22C9FE1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912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DA8FBC5-9360-41F4-B169-CD388351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95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Live benoemt getest welke bron bewijs of sturing nog beperkt.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C763383-7290-4BEA-AD49-593F7ACA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81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D4FF543-4032-4AB2-9151-F7156864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2865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Setup toont zichtbaar wat al kan: basisinzicht, sturing of optimalisatie.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2120EF1-E8F4-42DD-9D77-34B923870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9723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8B3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446E7D2-00D2-4225-B92B-DD5A7B52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8770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Stap en Live wijzen naar dezelfde ontbrekende live-bron.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416942A-BD3A-4A35-B3A1-6E31C520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5628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8B3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FC3F280-97DD-492E-BC2C-239F568B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74676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Flow, Basis en Scenario - nu vormen de directe dagelijkse route.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6478BD2-DA4B-402C-B04D-7357ECB1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53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C78F6AC-523D-4256-96F7-449F45E8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80581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P1 historie staat lager als context, niet in de beslisroute.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3ED1DC3-47BE-4293-8711-1D5E855E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7439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6C46AC3-AF1B-4954-B389-76010500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86487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Lege secundaire kaarten blijven verborgen bij minimale setup.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E58FEC2-8818-4707-B08B-4C5917E9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345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352C4789-9514-4DC2-8BC2-674ABF05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92392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Grafieken verschijnen pas wanneer prijs- of weerdata beschikbaar is.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EF7D31F-A2BD-4BC3-BF47-A9DF063F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9250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3FBC069-5881-4813-B224-B74DE788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98298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Datacheck benoemt nu ook ontbrekende of te korte grafiekbronnen.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BADE556E-8CDF-4BBF-A3F9-5C90BC9D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5156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629B584-48C5-4236-A86F-CA4AB164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04203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9927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Flow/Basis/Sleutelkaarten zijn compacter en beter scanbaar voor dagelijkse bediening.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8B9A415-0AAB-4237-824C-EFA602C4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1061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E10AFA90-4D62-4FD1-9105-1735658E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0109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0.5.286 laat beginners direct aangesloten Delta-zonnepanelen als Wp invoeren.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CA55D0E2-B965-4CE3-8FBD-7F2BAD21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6967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99EF8D96-1E50-41CF-9800-64E957F8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6014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0.5.287 toont Delta-zon als tekststatus; cijfers blijven context.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5CACA4EC-7B9E-458B-978A-858692DE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287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0D7E5243-B910-4BB4-B4E3-4C0CD063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1920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0.5.288 valideert Delta-panelen als geheel getal van 0 tot 10000 Wp.</a:t>
            </a:r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A4644819-380F-4D13-A546-619C2887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8778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4230A50D-CD09-45E3-A28C-AAD3A317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7825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0.5.289 stuurt setupadvies naar Delta-zonnepanelen invullen of zonmeter toevoegen.</a:t>
            </a:r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7C89E2CD-B56E-41D1-B068-B1EAD6DD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4683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48D24D07-48BE-4B35-B8A6-45680E30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33731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0.5.290 maakt lege Delta-zontegels actiegericht met Wp-setuphint.</a:t>
            </a:r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0E7096BF-4365-433C-BE58-48554482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0589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3E5B066F-7623-431A-8F16-3A2897CB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39636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0.5.291 toont per Delta welke panelen zijn ingevuld en waar nog niets staat.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599EF607-EB80-4584-B8E0-5DE11879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49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CE60E078-1A0A-48D3-B5E1-78BB7F03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5542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0.5.292 zet de Delta-panelenroute ook zichtbaar in de dashboard-Snelstart.</a:t>
            </a:r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A0C57E97-2FAC-4E4C-9BBC-CE7849C9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2400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9053BF0E-9311-4EE3-BF43-46CBA797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1447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0.5.293 licht Batterij wijzigen zelf toe met Wp-voorbeeld en 0 als geen panelen.</a:t>
            </a:r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0C6B0F73-3066-4FBF-B8A5-4E2B220A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8305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FA28B583-9318-4A4B-B2DF-67C11347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7353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0.5.294 onderscheidt Delta toevoegen van Wp invullen bij lege zonstatus.</a:t>
            </a:r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2F9A816A-49DE-4414-89A9-5DC2EF3C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4211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8D427C6C-354E-4F0A-884B-601F55DB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3258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0.5.295 toont Delta-zon ook in Context, zodat Wp-invoer zichtbaar meetelt in advies.</a:t>
            </a:r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27BDD0AB-5673-4B18-A4DC-FD0A0066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0116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0A6563E3-61A7-4DB1-94A1-B06C64AD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9164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De Versie-sensor toont ook de verwachte dashboard-YAML.</a:t>
            </a:r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A1B27D6E-B0D8-47A7-A9F4-1A5D8A32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6022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A98C062B-AEBF-44CD-A592-D9E987AC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5069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Dashboardtests blokkeren oude labels en dubbele kerntegels.</a:t>
            </a:r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00D78779-5389-4A57-99CB-0F630CE0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192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518004B8-6513-45A7-B356-D0A0A60D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0975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Scenario - nu is compact: overzicht, plan, uitvoerbaarheid en waarde.</a:t>
            </a:r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613BC255-071F-4B39-92B2-C910989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833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8A15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69991989-BA07-469D-B80A-C9C6684C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6880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Scenario-details bundelen actie, reden, vermogen en EUR-effect.</a:t>
            </a:r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93F8A70F-F40F-47AF-8431-73DD66F6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738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8B3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72C5AA81-1349-4AB1-91D3-6FEF992A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92786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Eerst bewijs en datacheck; Scenario hulp blijft naslag.</a:t>
            </a:r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51E1E59A-798E-4ED5-86FB-D6913221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964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8B3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7218334B-B059-414B-AB3C-72689B0E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98691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Waarom verklaart start, automodus, context en uitvoerplan.</a:t>
            </a:r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185D6CB1-5488-47B4-A7E2-47A41D73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549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73B"/>
          </a:solidFill>
          <a:ln xmlns:a="http://schemas.openxmlformats.org/drawingml/2006/main"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E9A997D2-F613-4E6C-AFF9-8AB38E9E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45970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7202A"/>
                </a:solidFill>
                <a:latin typeface="Aptos"/>
                <a:ea typeface="Aptos"/>
                <a:cs typeface="Aptos"/>
              </a:rPr>
              <a:t>README en checklist benoemen de juiste dashboardroute.</a:t>
            </a:r>
          </a:p>
        </p:txBody>
      </p:sp>
    </p:spTree>
    <p:extLst>
      <p:ext uri="{BB962C8B-B14F-4D97-AF65-F5344CB8AC3E}">
        <p14:creationId xmlns:p14="http://schemas.microsoft.com/office/powerpoint/2010/main" val="46888922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2026-06-15T09:14:17.6420000Z</dcterms:created>
  <dcterms:modified xsi:type="dcterms:W3CDTF">2026-06-15T09:14:17.6420000Z</dcterms:modified>
</coreProperties>
</file>