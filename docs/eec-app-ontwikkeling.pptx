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572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B68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EEC app ontwikkeling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800100"/>
            <a:ext cx="914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1720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Van losse bronnen naar een lokaal energieregelsysteem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85800" y="1809750"/>
            <a:ext cx="9906000" cy="19050"/>
          </a:xfrm>
          <a:prstGeom prst="rect">
            <a:avLst/>
          </a:prstGeom>
          <a:solidFill>
            <a:srgbClr val="D7DEE8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076450"/>
            <a:ext cx="838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EEC app verbindt EcoFlow, PowerStream, prijzen, HomeWizard, weer en scenario's in Home Assistant.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685800" y="3238500"/>
            <a:ext cx="2381250" cy="110490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76300" y="3448050"/>
            <a:ext cx="2000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1B68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dashboard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876300" y="3924300"/>
            <a:ext cx="2000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doel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352800" y="3238500"/>
            <a:ext cx="2381250" cy="110490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3300" y="3448050"/>
            <a:ext cx="2000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2E8B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lokaal HA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3543300" y="3924300"/>
            <a:ext cx="2000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basis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019800" y="3238500"/>
            <a:ext cx="2381250" cy="110490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0300" y="3448050"/>
            <a:ext cx="2000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D28A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voorzichtig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6210300" y="3924300"/>
            <a:ext cx="2000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sturing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85800" y="4953000"/>
            <a:ext cx="2000250" cy="41910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8200" y="5048250"/>
            <a:ext cx="1695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testmodus eerst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2933700" y="4953000"/>
            <a:ext cx="2286000" cy="41910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86100" y="504825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diagnose zichtbaar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467350" y="4953000"/>
            <a:ext cx="2476500" cy="41910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19750" y="5048250"/>
            <a:ext cx="2171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vriendelijke namen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572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B68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EEC app ontwikkeling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800100"/>
            <a:ext cx="914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1720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eerste bouwlaag: installeerbaar en herstelbaar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85800" y="1809750"/>
            <a:ext cx="9906000" cy="19050"/>
          </a:xfrm>
          <a:prstGeom prst="rect">
            <a:avLst/>
          </a:prstGeom>
          <a:solidFill>
            <a:srgbClr val="D7DEE8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247900"/>
            <a:ext cx="133350" cy="133350"/>
          </a:xfrm>
          <a:prstGeom prst="rect">
            <a:avLst/>
          </a:prstGeom>
          <a:solidFill>
            <a:srgbClr val="1B68B3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00150" y="21526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HACS-structuur met juiste custom_components-map en manifest.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" y="2838450"/>
            <a:ext cx="133350" cy="133350"/>
          </a:xfrm>
          <a:prstGeom prst="rect">
            <a:avLst/>
          </a:prstGeom>
          <a:solidFill>
            <a:srgbClr val="2E8B57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00150" y="274320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Eerste setup vraagt keys; Configureren begint daarna bij apparaten.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3429000"/>
            <a:ext cx="133350" cy="133350"/>
          </a:xfrm>
          <a:prstGeom prst="rect">
            <a:avLst/>
          </a:prstGeom>
          <a:solidFill>
            <a:srgbClr val="D28A15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00150" y="3333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HomeWizard-import gebruikt bestaande Home Assistant apparaten.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14400" y="4019550"/>
            <a:ext cx="133350" cy="133350"/>
          </a:xfrm>
          <a:prstGeom prst="rect">
            <a:avLst/>
          </a:prstGeom>
          <a:solidFill>
            <a:srgbClr val="D28A15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00150" y="392430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Dashboardbestanden meegeleverd en in README gedocumenteerd.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14400" y="4610100"/>
            <a:ext cx="133350" cy="133350"/>
          </a:xfrm>
          <a:prstGeom prst="rect">
            <a:avLst/>
          </a:prstGeom>
          <a:solidFill>
            <a:srgbClr val="C2473B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00150" y="45148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Versies, docs en presentatiebronnen worden met tests bewaakt.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572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B68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EEC app ontwikkeling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800100"/>
            <a:ext cx="914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1720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EcoFlow: importeren, controleren, zichtbaar maken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85800" y="1809750"/>
            <a:ext cx="9906000" cy="19050"/>
          </a:xfrm>
          <a:prstGeom prst="rect">
            <a:avLst/>
          </a:prstGeom>
          <a:solidFill>
            <a:srgbClr val="D7DEE8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2190750"/>
            <a:ext cx="2857500" cy="110490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6300" y="2400300"/>
            <a:ext cx="2476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1B68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 + devices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876300" y="2876550"/>
            <a:ext cx="2476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API-check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905250" y="2190750"/>
            <a:ext cx="2857500" cy="110490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95750" y="2400300"/>
            <a:ext cx="2476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2E8B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 kiezen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4095750" y="2876550"/>
            <a:ext cx="2476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import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124700" y="2190750"/>
            <a:ext cx="2857500" cy="110490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0" y="2400300"/>
            <a:ext cx="2476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D28A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 per device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7315200" y="2876550"/>
            <a:ext cx="2476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telemetrie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85800" y="4000500"/>
            <a:ext cx="8858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75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app toont per apparaat of de API werkt, welke velden EcoFlow teruggeeft en wat de minimale setup nu kan: basisinzicht, sturing of volledige optimalisatie. Zo blijft de hoofdroute klein.</a:t>
            </a:r>
            <a:endParaRPr lang="en-US" sz="187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572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B68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EEC app ontwikkeling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800100"/>
            <a:ext cx="914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1720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betrouwbaar maken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85800" y="1809750"/>
            <a:ext cx="9906000" cy="19050"/>
          </a:xfrm>
          <a:prstGeom prst="rect">
            <a:avLst/>
          </a:prstGeom>
          <a:solidFill>
            <a:srgbClr val="D7DEE8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247900"/>
            <a:ext cx="133350" cy="133350"/>
          </a:xfrm>
          <a:prstGeom prst="rect">
            <a:avLst/>
          </a:prstGeom>
          <a:solidFill>
            <a:srgbClr val="1B68B3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00150" y="215265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Delta Pro en Delta Pro 3 SoC uit de juiste telemetrievelden.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" y="2838450"/>
            <a:ext cx="133350" cy="133350"/>
          </a:xfrm>
          <a:prstGeom prst="rect">
            <a:avLst/>
          </a:prstGeom>
          <a:solidFill>
            <a:srgbClr val="2E8B57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00150" y="274320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Laden, ontladen en netto vermogen los van elkaar zichtbaar.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3429000"/>
            <a:ext cx="133350" cy="133350"/>
          </a:xfrm>
          <a:prstGeom prst="rect">
            <a:avLst/>
          </a:prstGeom>
          <a:solidFill>
            <a:srgbClr val="D28A15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00150" y="333375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PowerStream en HomeWizard beschermd tegen factor-10 wattfouten.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14400" y="4019550"/>
            <a:ext cx="133350" cy="133350"/>
          </a:xfrm>
          <a:prstGeom prst="rect">
            <a:avLst/>
          </a:prstGeom>
          <a:solidFill>
            <a:srgbClr val="C2473B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00150" y="392430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PowerStream-teruglevering wordt van zonopwek afgetrokken.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572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B68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EEC app ontwikkeling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800100"/>
            <a:ext cx="914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1720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HomeWizard: live lokaal, historie via Home Assistant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85800" y="1809750"/>
            <a:ext cx="9906000" cy="19050"/>
          </a:xfrm>
          <a:prstGeom prst="rect">
            <a:avLst/>
          </a:prstGeom>
          <a:solidFill>
            <a:srgbClr val="D7DEE8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2209800"/>
            <a:ext cx="2381250" cy="110490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6300" y="2419350"/>
            <a:ext cx="2000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1B68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 W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876300" y="2895600"/>
            <a:ext cx="2000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352800" y="2209800"/>
            <a:ext cx="2381250" cy="110490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43300" y="2419350"/>
            <a:ext cx="2000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2E8B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in/uit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3543300" y="2895600"/>
            <a:ext cx="2000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richting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019800" y="2209800"/>
            <a:ext cx="2857500" cy="110490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0300" y="2419350"/>
            <a:ext cx="2476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D28A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D/W/M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6210300" y="2895600"/>
            <a:ext cx="2476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 historie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85800" y="4000500"/>
            <a:ext cx="914400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officiele HomeWizard API biedt actuele metingen. Historie uit Energy+ is niet als openbare cloud-API gedocumenteerd. EEC app importeert daarom bestaande Home Assistant HomeWizard-apparaten en toont vooraf rol plus gevonden meetsoorten zoals totaal W, fase W en kWh-historie.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85800" y="5429250"/>
            <a:ext cx="2857500" cy="41910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8200" y="5524500"/>
            <a:ext cx="2552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officieel ondersteund pad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572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B68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EEC app ontwikkeling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800100"/>
            <a:ext cx="914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1720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Scenario's als gewone keuzes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85800" y="1809750"/>
            <a:ext cx="9906000" cy="19050"/>
          </a:xfrm>
          <a:prstGeom prst="rect">
            <a:avLst/>
          </a:prstGeom>
          <a:solidFill>
            <a:srgbClr val="D7DEE8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2190750"/>
            <a:ext cx="2381250" cy="110490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6300" y="2400300"/>
            <a:ext cx="2000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2E8B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besparen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876300" y="2876550"/>
            <a:ext cx="2000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 gebruik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352800" y="2190750"/>
            <a:ext cx="2381250" cy="110490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43300" y="2400300"/>
            <a:ext cx="2000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1B68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prijsverschil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3543300" y="2876550"/>
            <a:ext cx="2000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Handelen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019800" y="2190750"/>
            <a:ext cx="2381250" cy="110490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0300" y="2400300"/>
            <a:ext cx="2000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D28A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reserve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6210300" y="2876550"/>
            <a:ext cx="2000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Buffer 50%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686800" y="2190750"/>
            <a:ext cx="1714500" cy="110490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77300" y="2400300"/>
            <a:ext cx="1333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C247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 W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8877300" y="2876550"/>
            <a:ext cx="1333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Uit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85800" y="4095750"/>
            <a:ext cx="8953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5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app simuleert effect in W, kWh en EUR. Plan en Uitvoerbaar gebruiken dezelfde geteste taal voor sturen, testmodus, datagaten en wachten.</a:t>
            </a:r>
            <a:endParaRPr lang="en-US" sz="1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572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B68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EEC app ontwikkeling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800100"/>
            <a:ext cx="914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1720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Waar de gebruiker nu naar kijkt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85800" y="1809750"/>
            <a:ext cx="9906000" cy="19050"/>
          </a:xfrm>
          <a:prstGeom prst="rect">
            <a:avLst/>
          </a:prstGeom>
          <a:solidFill>
            <a:srgbClr val="D7DEE8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247900"/>
            <a:ext cx="133350" cy="133350"/>
          </a:xfrm>
          <a:prstGeom prst="rect">
            <a:avLst/>
          </a:prstGeom>
          <a:solidFill>
            <a:srgbClr val="1B68B3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00150" y="215265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Bovenaan: Main, Inzicht, Live, Stroom, Nu, Stap, Scenario en Test.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" y="2838450"/>
            <a:ext cx="133350" cy="133350"/>
          </a:xfrm>
          <a:prstGeom prst="rect">
            <a:avLst/>
          </a:prstGeom>
          <a:solidFill>
            <a:srgbClr val="1B68B3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00150" y="274320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 combineert status, stap, energie, scenario en bewijs.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3429000"/>
            <a:ext cx="133350" cy="133350"/>
          </a:xfrm>
          <a:prstGeom prst="rect">
            <a:avLst/>
          </a:prstGeom>
          <a:solidFill>
            <a:srgbClr val="2E8B57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00150" y="333375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Flow gebruikt tile-kaarten voor een rustiger bedienpaneel.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14400" y="4019550"/>
            <a:ext cx="133350" cy="133350"/>
          </a:xfrm>
          <a:prstGeom prst="rect">
            <a:avLst/>
          </a:prstGeom>
          <a:solidFill>
            <a:srgbClr val="2E8B57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00150" y="392430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Basissetup vraagt alleen batterij; EnergyZero is standaard.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14400" y="4610100"/>
            <a:ext cx="133350" cy="133350"/>
          </a:xfrm>
          <a:prstGeom prst="rect">
            <a:avLst/>
          </a:prstGeom>
          <a:solidFill>
            <a:srgbClr val="2E8B57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00150" y="451485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 en Setup advies tonen wanneer EnergyZero default is.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14400" y="5200650"/>
            <a:ext cx="133350" cy="133350"/>
          </a:xfrm>
          <a:prstGeom prst="rect">
            <a:avLst/>
          </a:prstGeom>
          <a:solidFill>
            <a:srgbClr val="2E8B57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00150" y="510540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Korte EEC-labels houden de dashboardflow scanbaar.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14400" y="5791200"/>
            <a:ext cx="133350" cy="133350"/>
          </a:xfrm>
          <a:prstGeom prst="rect">
            <a:avLst/>
          </a:prstGeom>
          <a:solidFill>
            <a:srgbClr val="2E8B57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00150" y="569595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benoemt getest welke bron bewijs of sturing nog beperkt.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14400" y="6381750"/>
            <a:ext cx="133350" cy="133350"/>
          </a:xfrm>
          <a:prstGeom prst="rect">
            <a:avLst/>
          </a:prstGeom>
          <a:solidFill>
            <a:srgbClr val="2E8B57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00150" y="628650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Setup toont zichtbaar wat al kan: basisinzicht, sturing of optimalisatie.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14400" y="6972300"/>
            <a:ext cx="133350" cy="133350"/>
          </a:xfrm>
          <a:prstGeom prst="rect">
            <a:avLst/>
          </a:prstGeom>
          <a:solidFill>
            <a:srgbClr val="1B68B3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200150" y="687705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Stap en Live wijzen naar dezelfde ontbrekende live-bron.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14400" y="7562850"/>
            <a:ext cx="133350" cy="133350"/>
          </a:xfrm>
          <a:prstGeom prst="rect">
            <a:avLst/>
          </a:prstGeom>
          <a:solidFill>
            <a:srgbClr val="1B68B3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200150" y="746760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Flow, Basis en Scenario - nu vormen de directe dagelijkse route.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914400" y="8153400"/>
            <a:ext cx="133350" cy="133350"/>
          </a:xfrm>
          <a:prstGeom prst="rect">
            <a:avLst/>
          </a:prstGeom>
          <a:solidFill>
            <a:srgbClr val="2E8B57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200150" y="805815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 historie staat lager als context, niet in de beslisroute.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14400" y="8743950"/>
            <a:ext cx="133350" cy="133350"/>
          </a:xfrm>
          <a:prstGeom prst="rect">
            <a:avLst/>
          </a:prstGeom>
          <a:solidFill>
            <a:srgbClr val="2E8B57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200150" y="864870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Lege secundaire kaarten blijven verborgen bij minimale setup.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14400" y="9334500"/>
            <a:ext cx="133350" cy="133350"/>
          </a:xfrm>
          <a:prstGeom prst="rect">
            <a:avLst/>
          </a:prstGeom>
          <a:solidFill>
            <a:srgbClr val="2E8B57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200150" y="923925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Grafieken verschijnen pas wanneer prijs- of weerdata beschikbaar is.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914400" y="9925050"/>
            <a:ext cx="133350" cy="133350"/>
          </a:xfrm>
          <a:prstGeom prst="rect">
            <a:avLst/>
          </a:prstGeom>
          <a:solidFill>
            <a:srgbClr val="2E8B57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200150" y="982980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Datacheck benoemt nu ook ontbrekende of te korte grafiekbronnen.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914400" y="10515600"/>
            <a:ext cx="133350" cy="133350"/>
          </a:xfrm>
          <a:prstGeom prst="rect">
            <a:avLst/>
          </a:prstGeom>
          <a:solidFill>
            <a:srgbClr val="2E8B57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200150" y="1042035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Losse testdashboards zijn opgeruimd; de hoofdroute blijft leidend.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914400" y="11106150"/>
            <a:ext cx="133350" cy="133350"/>
          </a:xfrm>
          <a:prstGeom prst="rect">
            <a:avLst/>
          </a:prstGeom>
          <a:solidFill>
            <a:srgbClr val="2E8B57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200150" y="1101090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Datacheck gebruikt tegels, zodat bronstatus sneller scanbaar is.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914400" y="11696700"/>
            <a:ext cx="133350" cy="133350"/>
          </a:xfrm>
          <a:prstGeom prst="rect">
            <a:avLst/>
          </a:prstGeom>
          <a:solidFill>
            <a:srgbClr val="D28A15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200150" y="1160145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Scenario - nu is compact: overzicht, plan, uitvoerbaarheid en waarde.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914400" y="12287250"/>
            <a:ext cx="133350" cy="133350"/>
          </a:xfrm>
          <a:prstGeom prst="rect">
            <a:avLst/>
          </a:prstGeom>
          <a:solidFill>
            <a:srgbClr val="D28A15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200150" y="1219200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Scenario-details bundelen actie, reden, vermogen en EUR-effect.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914400" y="12877800"/>
            <a:ext cx="133350" cy="133350"/>
          </a:xfrm>
          <a:prstGeom prst="rect">
            <a:avLst/>
          </a:prstGeom>
          <a:solidFill>
            <a:srgbClr val="1B68B3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200150" y="1278255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Eerst bewijs en datacheck; Scenario hulp blijft naslag.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914400" y="13468350"/>
            <a:ext cx="133350" cy="133350"/>
          </a:xfrm>
          <a:prstGeom prst="rect">
            <a:avLst/>
          </a:prstGeom>
          <a:solidFill>
            <a:srgbClr val="1B68B3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200150" y="1337310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Waarom verklaart start, automodus, context en uitvoerplan.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914400" y="14058900"/>
            <a:ext cx="133350" cy="133350"/>
          </a:xfrm>
          <a:prstGeom prst="rect">
            <a:avLst/>
          </a:prstGeom>
          <a:solidFill>
            <a:srgbClr val="C2473B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200150" y="13963650"/>
            <a:ext cx="8858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README en checklist benoemen de juiste dashboardroute.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EEC app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EEC app ontwikkeling</dc:title>
  <dc:subject>Ontwikkeling EEC app</dc:subject>
  <dc:creator>EEC app</dc:creator>
  <cp:lastModifiedBy>EEC app</cp:lastModifiedBy>
  <cp:revision>1</cp:revision>
  <dcterms:created xsi:type="dcterms:W3CDTF">2026-05-30T21:49:43Z</dcterms:created>
  <dcterms:modified xsi:type="dcterms:W3CDTF">2026-05-30T21:49:43Z</dcterms:modified>
</cp:coreProperties>
</file>