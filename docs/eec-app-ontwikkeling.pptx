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4c149188654a54" /><Relationship Type="http://schemas.openxmlformats.org/officeDocument/2006/relationships/extended-properties" Target="/docProps/app.xml" Id="R30bb2fad3e594f8a" /><Relationship Type="http://schemas.openxmlformats.org/officeDocument/2006/relationships/officeDocument" Target="/ppt/presentation.xml" Id="Rcbe70874e2904b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89ab132abb4de6"/>
  </p:sldMasterIdLst>
  <p:notesMasterIdLst>
    <p:notesMasterId xmlns:r="http://schemas.openxmlformats.org/officeDocument/2006/relationships" r:id="R96e05f8bbf344a48"/>
  </p:notesMasterIdLst>
  <p:sldIdLst>
    <p:sldId xmlns:r="http://schemas.openxmlformats.org/officeDocument/2006/relationships" id="256" r:id="Rab0600dd8e194a4d"/>
    <p:sldId xmlns:r="http://schemas.openxmlformats.org/officeDocument/2006/relationships" id="257" r:id="Re154c24a366d4061"/>
    <p:sldId xmlns:r="http://schemas.openxmlformats.org/officeDocument/2006/relationships" id="258" r:id="R36d73d554c544167"/>
    <p:sldId xmlns:r="http://schemas.openxmlformats.org/officeDocument/2006/relationships" id="259" r:id="R596f6d8c894e4c3e"/>
    <p:sldId xmlns:r="http://schemas.openxmlformats.org/officeDocument/2006/relationships" id="260" r:id="R262babc039b14671"/>
    <p:sldId xmlns:r="http://schemas.openxmlformats.org/officeDocument/2006/relationships" id="261" r:id="R56e52644fd644cf1"/>
    <p:sldId xmlns:r="http://schemas.openxmlformats.org/officeDocument/2006/relationships" id="262" r:id="R6c484c0a5b9d471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9ab132abb4de6" /><Relationship Type="http://schemas.openxmlformats.org/officeDocument/2006/relationships/theme" Target="/ppt/theme/theme1.xml" Id="Rf445d97902d1474c" /><Relationship Type="http://schemas.openxmlformats.org/officeDocument/2006/relationships/notesMaster" Target="/ppt/notesMasters/notesMaster1.xml" Id="R96e05f8bbf344a48" /><Relationship Type="http://schemas.openxmlformats.org/officeDocument/2006/relationships/presProps" Target="/ppt/presProps.xml" Id="R868c8ac2661b4b6c" /><Relationship Type="http://schemas.openxmlformats.org/officeDocument/2006/relationships/viewProps" Target="/ppt/viewProps.xml" Id="R354d0cf7d5fd451b" /><Relationship Type="http://schemas.openxmlformats.org/officeDocument/2006/relationships/tableStyles" Target="/ppt/tableStyles.xml" Id="R53b74e6f0cf041bd" /><Relationship Type="http://schemas.openxmlformats.org/officeDocument/2006/relationships/slide" Target="/ppt/slides/slide1.xml" Id="Rab0600dd8e194a4d" /><Relationship Type="http://schemas.openxmlformats.org/officeDocument/2006/relationships/slide" Target="/ppt/slides/slide2.xml" Id="Re154c24a366d4061" /><Relationship Type="http://schemas.openxmlformats.org/officeDocument/2006/relationships/slide" Target="/ppt/slides/slide3.xml" Id="R36d73d554c544167" /><Relationship Type="http://schemas.openxmlformats.org/officeDocument/2006/relationships/slide" Target="/ppt/slides/slide4.xml" Id="R596f6d8c894e4c3e" /><Relationship Type="http://schemas.openxmlformats.org/officeDocument/2006/relationships/slide" Target="/ppt/slides/slide5.xml" Id="R262babc039b14671" /><Relationship Type="http://schemas.openxmlformats.org/officeDocument/2006/relationships/slide" Target="/ppt/slides/slide6.xml" Id="R56e52644fd644cf1" /><Relationship Type="http://schemas.openxmlformats.org/officeDocument/2006/relationships/slide" Target="/ppt/slides/slide7.xml" Id="R6c484c0a5b9d47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a5e10cebc6243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2ea8c5b0884f05" /><Relationship Type="http://schemas.openxmlformats.org/officeDocument/2006/relationships/notesMaster" Target="/ppt/notesMasters/notesMaster1.xml" Id="R4ab5af2611d441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767005c2b146a5" /><Relationship Type="http://schemas.openxmlformats.org/officeDocument/2006/relationships/notesMaster" Target="/ppt/notesMasters/notesMaster1.xml" Id="R53c16cf1a2b74d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46ac3511194085" /><Relationship Type="http://schemas.openxmlformats.org/officeDocument/2006/relationships/notesMaster" Target="/ppt/notesMasters/notesMaster1.xml" Id="R3b1b45608a5d43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0329d573364053" /><Relationship Type="http://schemas.openxmlformats.org/officeDocument/2006/relationships/notesMaster" Target="/ppt/notesMasters/notesMaster1.xml" Id="R69af66b604bc4d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82eec5d796495a" /><Relationship Type="http://schemas.openxmlformats.org/officeDocument/2006/relationships/notesMaster" Target="/ppt/notesMasters/notesMaster1.xml" Id="R5111456b238247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85cad896864d0b" /><Relationship Type="http://schemas.openxmlformats.org/officeDocument/2006/relationships/notesMaster" Target="/ppt/notesMasters/notesMaster1.xml" Id="R05bf0b29ba9e4c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3604a7fc51467f" /><Relationship Type="http://schemas.openxmlformats.org/officeDocument/2006/relationships/notesMaster" Target="/ppt/notesMasters/notesMaster1.xml" Id="Ra5f81df711c945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051c89e7343e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574fa17d31b4159" /><Relationship Type="http://schemas.openxmlformats.org/officeDocument/2006/relationships/slideLayout" Target="/ppt/slideLayouts/slideLayout2.xml" Id="R9c1cb71a9c7940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1cb71a9c7940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10ce115f00437b" /><Relationship Type="http://schemas.openxmlformats.org/officeDocument/2006/relationships/notesSlide" Target="/ppt/notesSlides/notesSlide1.xml" Id="R8b89d53d53ce43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fd62d70c8a4f99" /><Relationship Type="http://schemas.openxmlformats.org/officeDocument/2006/relationships/notesSlide" Target="/ppt/notesSlides/notesSlide2.xml" Id="Rf092cde38bd949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3df3d77be54079" /><Relationship Type="http://schemas.openxmlformats.org/officeDocument/2006/relationships/notesSlide" Target="/ppt/notesSlides/notesSlide3.xml" Id="Rbe8f7810514e4c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491f46c04d425d" /><Relationship Type="http://schemas.openxmlformats.org/officeDocument/2006/relationships/notesSlide" Target="/ppt/notesSlides/notesSlide4.xml" Id="R748e2f3ff58d44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78b91462944500" /><Relationship Type="http://schemas.openxmlformats.org/officeDocument/2006/relationships/notesSlide" Target="/ppt/notesSlides/notesSlide5.xml" Id="Rd5de2b0a448846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ba6f5a68464c28" /><Relationship Type="http://schemas.openxmlformats.org/officeDocument/2006/relationships/notesSlide" Target="/ppt/notesSlides/notesSlide6.xml" Id="R731cbb6c3b9346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dd04e5abbe420d" /><Relationship Type="http://schemas.openxmlformats.org/officeDocument/2006/relationships/notesSlide" Target="/ppt/notesSlides/notesSlide7.xml" Id="Rb0e0b4e557c244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25CAF7-04CE-4E99-B4D6-8870442E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EF3CB-4D50-4815-8C88-6CADC8C1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68B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68B3"/>
                </a:solidFill>
                <a:latin typeface="Aptos"/>
                <a:ea typeface="Aptos"/>
                <a:cs typeface="Aptos"/>
              </a:rPr>
              <a:t>EEC app ontwikkeling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F8EA2-25E1-44FE-8A51-17637774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Van losse bronnen naar een lokaal energieregelsysteem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9E96F-93EF-4FD6-9605-F18EAF68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CE1F7-8F7B-4979-9841-FF9E847F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38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EEC app verbindt EcoFlow, PowerStream, prijzen, HomeWizard, weer en scenario's in Home Assistant.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ED224-EA2B-457F-A75C-9B7D7ABC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A8D5E-7D4C-4CD7-9982-89474342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B68B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B68B3"/>
                </a:solidFill>
                <a:latin typeface="Aptos"/>
                <a:ea typeface="Aptos"/>
                <a:cs typeface="Aptos"/>
              </a:rPr>
              <a:t>1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D8037-8575-4EEC-A547-F1CA78B8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doel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D815F-80DA-4736-91C5-918AD4FE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385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5614B-14FA-4CAB-BED5-1F7DB94B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480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lokaal 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CFAE7-6203-4767-916B-163CA819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24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basis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69B4E-B6E3-44E6-9948-A430F067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385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2E8BA-C2B2-4A1A-81A2-927B51F4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480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28A1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28A15"/>
                </a:solidFill>
                <a:latin typeface="Aptos"/>
                <a:ea typeface="Aptos"/>
                <a:cs typeface="Aptos"/>
              </a:rPr>
              <a:t>voorzichtig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C9DA0-76B0-4C69-BC7C-A8458006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24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sturing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2B383-3BA7-4BC1-8412-5FE80883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F584C-93D2-4F2D-8567-8493A17B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testmodus eerst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D70DE-F78B-41E5-B4F2-2AFFBA92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5300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0A39E-7692-4097-B498-8742EE6F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482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diagnose zichtbaar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2C0B6-E78E-406F-B03C-1C3942A4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530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D24B5-7C36-435C-B610-627A49D4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482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vriendelijke namen</a:t>
            </a:r>
          </a:p>
        </p:txBody>
      </p:sp>
    </p:spTree>
    <p:extLst>
      <p:ext uri="{BB962C8B-B14F-4D97-AF65-F5344CB8AC3E}">
        <p14:creationId xmlns:p14="http://schemas.microsoft.com/office/powerpoint/2010/main" val="6592798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BB3131-9172-4F58-A3A1-20096ECF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A18E2-A16E-4704-AE6B-D2EE2195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68B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68B3"/>
                </a:solidFill>
                <a:latin typeface="Aptos"/>
                <a:ea typeface="Aptos"/>
                <a:cs typeface="Aptos"/>
              </a:rPr>
              <a:t>EEC app ontwikkeling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494A7-0CBA-41C0-97CB-2B3D96AC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De eerste bouwlaag: installeerbaar en herstelbaar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119A8-5AB5-4330-8D6A-8F3F3537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9B5C7-C45E-43EF-A3C6-7EFD5CC0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8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E66AE-0BA5-42FF-901F-7127E1B4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526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HACS-structuur met juiste custom_components-map en manifest.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62923-C713-46DA-89DF-F0710D2D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C40E1-755E-4F42-9460-8B5DC866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432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Eerste setup vraagt keys; Configureren begint daarna bij apparaten.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4B389-29D5-45CC-8E47-EEA1C8FF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1FB15-5B88-4888-9CD9-5C1C5AAA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HomeWizard-import gebruikt bestaande Home Assistant apparaten.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32D40-D8FD-42AB-A3A7-CFBFB4A0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35E7C-896E-4E03-A80F-C0D3A0F0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243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Dashboardbestanden meegeleverd en in README gedocumenteerd.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51716-A0BD-48D4-A553-8CAA0B54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7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354D9-CF94-4F06-95BE-1678897D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Versies, docs en presentatiebronnen worden met tests bewaakt.</a:t>
            </a:r>
          </a:p>
        </p:txBody>
      </p:sp>
    </p:spTree>
    <p:extLst>
      <p:ext uri="{BB962C8B-B14F-4D97-AF65-F5344CB8AC3E}">
        <p14:creationId xmlns:p14="http://schemas.microsoft.com/office/powerpoint/2010/main" val="9463434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0CB203-C7B0-4BDA-B95D-20A88E46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80C73-2BF3-4325-A383-AEBF44AA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68B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68B3"/>
                </a:solidFill>
                <a:latin typeface="Aptos"/>
                <a:ea typeface="Aptos"/>
                <a:cs typeface="Aptos"/>
              </a:rPr>
              <a:t>EEC app ontwikkeling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210EF-AC66-4274-B8CC-B8172556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EcoFlow: importeren, controleren, zichtbaar maken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D4BBC-F51D-464C-B25C-BE49952A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1ED27-8FDA-48FD-8580-56F864CE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DBBAC-6A94-4D2B-AC85-5A9FC22B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B68B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B68B3"/>
                </a:solidFill>
                <a:latin typeface="Aptos"/>
                <a:ea typeface="Aptos"/>
                <a:cs typeface="Aptos"/>
              </a:rPr>
              <a:t>auth + devices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F2A76-D40F-422E-83B5-A32C1B43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API-check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FD2C0-0F0A-47F1-9155-CFF95C6E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D6E43-88FF-4F50-AF43-EF98BBCD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type kiezen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F59EB-BCEC-4C13-BB72-8CAE55A3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76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import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BF8CE-91B6-436D-AB13-BE386ECA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907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03473-64FE-4EEA-A705-7DDEBC27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03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28A1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28A15"/>
                </a:solidFill>
                <a:latin typeface="Aptos"/>
                <a:ea typeface="Aptos"/>
                <a:cs typeface="Aptos"/>
              </a:rPr>
              <a:t>status per device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551D6-F59E-4E69-A03F-3E102AAC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telemetrie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A3649-CC74-4744-BDEF-2648DCF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885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 app toont per apparaat of de API werkt, welke velden EcoFlow teruggeeft en wat de minimale setup nu kan: basisinzicht, sturing of volledige optimalisatie. Zo blijft de hoofdroute klein.</a:t>
            </a:r>
          </a:p>
        </p:txBody>
      </p:sp>
    </p:spTree>
    <p:extLst>
      <p:ext uri="{BB962C8B-B14F-4D97-AF65-F5344CB8AC3E}">
        <p14:creationId xmlns:p14="http://schemas.microsoft.com/office/powerpoint/2010/main" val="18364464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BC330E-249D-4B2A-8163-E52BEB18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D96DC-756A-403F-80BE-33B52B27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68B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68B3"/>
                </a:solidFill>
                <a:latin typeface="Aptos"/>
                <a:ea typeface="Aptos"/>
                <a:cs typeface="Aptos"/>
              </a:rPr>
              <a:t>EEC app ontwikkeling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D4778-C41F-49A6-A58E-D9AB02DF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Data betrouwbaar maken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BEDBF-5AF8-42E8-A37C-C866C409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DD180-526E-452B-9F9D-D4E6AF8F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8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E8FB2-E5FA-46E9-A8D6-D77C99CF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526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Delta Pro en Delta Pro 3 SoC uit de juiste telemetrievelden.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77840-BB87-4959-85C5-F169F50E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18260-C2DF-4F66-8B1E-32F08D6F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4320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Laden, ontladen en netto vermogen los van elkaar zichtbaar.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959B0-A41F-4026-BF98-1B46FD81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27387-301A-4AFF-BD18-5BF1B89A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PowerStream en HomeWizard beschermd tegen factor-10 wattfouten.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7EDA8-9847-4C72-9D0B-1A934E82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7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FEFB3-6BF3-4746-8B6B-EB0C378A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2430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PowerStream-teruglevering wordt van zonopwek afgetrokken.</a:t>
            </a:r>
          </a:p>
        </p:txBody>
      </p:sp>
    </p:spTree>
    <p:extLst>
      <p:ext uri="{BB962C8B-B14F-4D97-AF65-F5344CB8AC3E}">
        <p14:creationId xmlns:p14="http://schemas.microsoft.com/office/powerpoint/2010/main" val="12416110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8F0FCD-9D6E-449C-A66D-0C563DB4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7B9A7-AE7D-4294-A8FF-CBF3024B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68B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68B3"/>
                </a:solidFill>
                <a:latin typeface="Aptos"/>
                <a:ea typeface="Aptos"/>
                <a:cs typeface="Aptos"/>
              </a:rPr>
              <a:t>EEC app ontwikkeling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ACDA5-3EE2-4CA6-A088-EE84E5FB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HomeWizard: live lokaal, historie via Home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A653F-0CB2-4B3C-BE0F-9CBBBF49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D7D1A-D3C4-4E12-A646-D4EC5D91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5E7C0-6C82-4290-9C70-74A24857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B68B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B68B3"/>
                </a:solidFill>
                <a:latin typeface="Aptos"/>
                <a:ea typeface="Aptos"/>
                <a:cs typeface="Aptos"/>
              </a:rPr>
              <a:t>P1 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8C8D8-3F65-4E9A-B590-E4ACAEB4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61D55-7D53-4819-B418-A6D58151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6B616-1A53-445B-ADF5-1E0AAB25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19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net in/uit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1C9DF-7B83-4670-89B4-9D012C91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95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richting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FA763-7E2B-4ECB-8562-28B81268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842B3-1D45-4200-942D-2F627B26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193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28A1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28A15"/>
                </a:solidFill>
                <a:latin typeface="Aptos"/>
                <a:ea typeface="Aptos"/>
                <a:cs typeface="Aptos"/>
              </a:rPr>
              <a:t>D/W/M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D1617-672E-4C08-B7D5-488AEFD7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P1 historie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07252-FB27-41D8-9C39-183901C2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914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 officiele HomeWizard API biedt actuele metingen. Historie uit Energy+ is niet als openbare cloud-API gedocumenteerd. EEC app importeert daarom bestaande Home Assistant HomeWizard-apparaten en toont vooraf rol plus gevonden meetsoorten zoals totaal W, fase W en kWh-historie.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0F2DD-DB2A-4661-8421-72EA9A64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DE489-5091-454F-83D8-D11E2121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officieel ondersteund pad</a:t>
            </a:r>
          </a:p>
        </p:txBody>
      </p:sp>
    </p:spTree>
    <p:extLst>
      <p:ext uri="{BB962C8B-B14F-4D97-AF65-F5344CB8AC3E}">
        <p14:creationId xmlns:p14="http://schemas.microsoft.com/office/powerpoint/2010/main" val="2191831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55EAA1-3D17-4D45-89CC-12675CA3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41DD1-0977-4FDF-9CEF-49F6F5A9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68B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68B3"/>
                </a:solidFill>
                <a:latin typeface="Aptos"/>
                <a:ea typeface="Aptos"/>
                <a:cs typeface="Aptos"/>
              </a:rPr>
              <a:t>EEC app ontwikkeling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2EA9D-1E3F-4D21-B62D-CE03E2B2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Scenario's als gewone keuzes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2B1F7-DF9F-41EC-8D8F-AC7373EF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80743-6AA7-47BF-8632-A3CBAFEB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051CE-43CF-4421-88FD-61B0D7A0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besparen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4576A-2CF6-47E1-B473-8E0B2C65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Eigen gebruik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EBF6A-FAC8-4325-BC5F-A5F6D7A5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07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0D9F2-A3B1-4FEF-93E4-6FB1D7D2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B68B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B68B3"/>
                </a:solidFill>
                <a:latin typeface="Aptos"/>
                <a:ea typeface="Aptos"/>
                <a:cs typeface="Aptos"/>
              </a:rPr>
              <a:t>prijsverschil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1A52E-5423-4E22-988A-7277F747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76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Handelen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29CDE-3EE3-4F8F-97EE-57A9CC1D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907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6AB1C-33AC-4EB8-AC14-B32828BC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28A1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28A15"/>
                </a:solidFill>
                <a:latin typeface="Aptos"/>
                <a:ea typeface="Aptos"/>
                <a:cs typeface="Aptos"/>
              </a:rPr>
              <a:t>reserve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97D4B-CADA-4BAD-883D-C38F4535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76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Buffer 50%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F65A6-798E-482E-98A3-49ED52F8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368BF-EAF7-412D-8139-90091DC2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0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2473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C2473B"/>
                </a:solidFill>
                <a:latin typeface="Aptos"/>
                <a:ea typeface="Aptos"/>
                <a:cs typeface="Aptos"/>
              </a:rPr>
              <a:t>0 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420DE-8ABA-4F0D-BD7F-17D89F7A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765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83F1E1-09DF-421C-8605-404C786C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895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 app simuleert effect in W, kWh en EUR. Plan en Uitvoerbaar gebruiken dezelfde geteste taal voor sturen, testmodus, datagaten en wachten.</a:t>
            </a:r>
          </a:p>
        </p:txBody>
      </p:sp>
    </p:spTree>
    <p:extLst>
      <p:ext uri="{BB962C8B-B14F-4D97-AF65-F5344CB8AC3E}">
        <p14:creationId xmlns:p14="http://schemas.microsoft.com/office/powerpoint/2010/main" val="1338881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068046-A6E0-4306-BCA0-37C52EF4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3C3B5-B3BC-49D2-AC07-78F49BFE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68B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68B3"/>
                </a:solidFill>
                <a:latin typeface="Aptos"/>
                <a:ea typeface="Aptos"/>
                <a:cs typeface="Aptos"/>
              </a:rPr>
              <a:t>EEC app ontwikkeling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ED7C1-2CF6-4507-A2AC-EFF31C11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Waar de gebruiker nu naar kijkt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AEB05-885F-41B0-877A-B5BF813F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121AD-D4BF-4598-99BC-6A1B78B0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8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37D6C-A4D6-4AA6-A6F6-A7BDA2D2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526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Bovenaan: Main, Inzicht, Live, Stroom, Nu, Stap, Scenario en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F1DCA-F65E-439D-B8CC-BA8FBD0E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8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F9F8E-DD8D-4001-A146-8507DF5F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4320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Main combineert status, stap, energie, scenario en bewijs.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18D84-296D-4AFF-9217-07469AA5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EBA0C-A97A-454E-BDFD-3498C56A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Flow gebruikt tile-kaarten voor een rustiger bedienpaneel.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269C0-C0A6-4A8E-AB99-4F482E21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81B15-4A09-48C6-8DCD-3D33BC9D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2430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Basissetup vraagt alleen batterij; EnergyZero is standaard.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FEDA2-BD8C-4A2A-B8C9-E5DF4FD7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EA7C1-A245-4BBE-A3DC-B0943131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Main en Setup advies tonen wanneer EnergyZero default 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BB0B9-02CA-4EC3-A57C-54FC3EE1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A2D94-2353-49FC-923D-A79593CD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Live benoemt getest welke bron bewijs of sturing nog beperkt.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2E07F2-CF09-49D4-9B63-01E1DDFC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9260D-47C2-4D04-ABF1-42BDC05C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959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Setup toont zichtbaar wat al kan: basisinzicht, sturing of optimalisatie.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50E20-95ED-47D9-9DC6-15C2D170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81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8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27C1E-9CC8-48A9-A7AA-1843AFA9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28650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Stap en Live wijzen naar dezelfde ontbrekende live-bron.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8D97D-9EED-408C-B14A-2588E06B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72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8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803421-2439-4DC4-A425-BA6AFD24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8770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Flow, Basis en Scenario - nu vormen de directe dagelijkse route.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2CA41C-262A-4C1D-8097-CDD7B95A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628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47B7DD-C986-40A1-AC54-0512521B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46760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P1 historie staat apart onder het actuele scenario.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3BC39-5041-479B-BE2F-63667831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53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C72B0D-48FE-4EA4-8AC5-BFE80E76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0581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Scenario - nu is compact: overzicht, plan, uitvoerbaarheid en waarde.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9AEE4E-C74C-4BD9-9F97-75BCD6D6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43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69E212-EB9A-442E-85AA-5726CCDE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4870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Scenario-details bundelen actie, reden, vermogen en EUR-effect.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E11CDD-5420-4813-AB02-214F5B48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8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D8FE76-7BF6-4AF0-B86A-666D4AE0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392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Controle komt voor Scenario hulp: eerst bewijs, daarna uitleg.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F4016F-CDAA-44CB-880F-BB3EE4F5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250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8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18A0B7-A54C-4582-8F41-BFCEFEA0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82980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Waarom verklaart start, automodus, context en uitvoerplan.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162574-A7E7-496B-8F5B-CA0D2982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15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7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C2737C-9497-4B1C-BB17-4658F71C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4203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README en checklist benoemen Flow als route; setup vraagt eerst alleen keys.</a:t>
            </a:r>
          </a:p>
        </p:txBody>
      </p:sp>
    </p:spTree>
    <p:extLst>
      <p:ext uri="{BB962C8B-B14F-4D97-AF65-F5344CB8AC3E}">
        <p14:creationId xmlns:p14="http://schemas.microsoft.com/office/powerpoint/2010/main" val="1163184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2026-05-30T21:15:02.3740000Z</dcterms:created>
  <dcterms:modified xsi:type="dcterms:W3CDTF">2026-05-30T21:15:02.3740000Z</dcterms:modified>
</coreProperties>
</file>